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스쿨배틀 (SchoolBattle Arena)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"공부를 게임처럼" — 학교 명예를 건 실시간 1:1 퀴즈 배틀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청계중학교 3학년 박윤하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"게임 등급에는 목숨 걸면서 공부는 쉽게 포기하는 이유"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혼자 하는 공부는 지루하고, 선생님은 지친다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문제: 혼자 하는 자기주도학습은 금방 지루해져 포기하기 쉽지만, 게임 등급 경쟁에는 밤새울 만큼 몰입한다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또래 인정욕구와 승부욕을 기존 학습 앱은 채워주지 못함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문제: 수행평가 출제·채점·이의제기 대응, 학기말 세특 작성까지 몰리는 행정 업무 부담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두 문제를 하나의 서비스로 묶어 해결한다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개요 — 학생 경험 + 교사 경험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컨셉: 학생용 앱 + 교사용 웹이 연결된 교육 서비스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쪽: 닉네임+학교만으로 즉시 매칭, 등급 시스템으로 성장 체감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 던전으로 자발적 복습 유도, 반(학교) 대항전 모드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쪽: AI 자동 출제, 세특 초안 자동 생성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전용 모드 — 게임 요소 제거, 학생 익명화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(게임 밸런스 수치는 다듬는 중인 MVP 예시이므로 발표에서 구체적 숫자는 다루지 않음)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 검증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Next.js/React 기반으로 직접 기획하고 개발한 시제품 보유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 단위로 친구들에게 실제 시연 진행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긍정적인 반응과 함께, 문제 난이도 등 개선이 필요한 부분도 확인함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선생님께 세특 초안 자동 생성 기능을 시연 — 긍정적인 반응을 얻음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이후 발견한 개선점을 바탕으로 기능을 계속 다듬어가는 중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&amp; 사업화 전략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2004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스쿨배틀의 차별점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 학습지 / 인강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풀면 흥미 상실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경쟁·소속감으로 몰입 지속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카훗(Kahoot)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종료 시 참여 종료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방과 후에도 자발적 접속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교육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출제·검수 비용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자동 출제로 비용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9718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시장: 전국의 중·고등학교 학생과 교사 — 참여 학교가 늘수록 가치가 커지는 네트워크 효과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모델(가설): 학교·교육청 대상 구독, 프리미엄 기능, 광고 등을 검토 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로드맵: 청계중 시범 도입 → 인근 학교 확산 → 학교·교육청 협력 → 해외 확장(아시아, 언어·과목 현지화)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&amp; 클로징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"학원에 다니지 못하는 학생도 스마트폰 하나로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전국의 친구들과 경쟁하며 공부하는 문화를 만들고 싶습니다."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돈을 버는 것보다, 공부가 혼자 견뎌야 하는 일이 아니라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즐기는 문화가 되는 것이 스쿨배틀의 궁극적인 목표입니다.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스쿨배틀 (SchoolBattle Arena)</dc:title>
  <dc:subject>PptxGenJS Presentation</dc:subject>
  <dc:creator>박윤하</dc:creator>
  <cp:lastModifiedBy>박윤하</cp:lastModifiedBy>
  <cp:revision>1</cp:revision>
  <dcterms:created xsi:type="dcterms:W3CDTF">2026-07-06T12:53:09Z</dcterms:created>
  <dcterms:modified xsi:type="dcterms:W3CDTF">2026-07-06T12:53:09Z</dcterms:modified>
</cp:coreProperties>
</file>