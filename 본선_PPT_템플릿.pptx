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아이디어 이름 ]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한 줄 컨셉 — 전체 내용을 다 채운 뒤 마지막에 작성 ]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팀/이름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태그라인 — 문제를 건드리는 한 문장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누가·어떤 상황에서·무엇 때문에 불편한가: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본인/주변의 구체적 사례: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실제 경험한 사례를 구체적으로 — 심사위원이 가장 먼저 확인하는 부분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이 문제가 해결 안 된 이유: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 한 문장: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~가 ~하도록 도와주는 ~다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1: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2: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3 (★ 가장 자신 있는 기능):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근거 없는 구체적 숫자는 쓰지 말 것 — 개념 위주로 서술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&amp; 목표 사용자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192024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2004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대안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우리의 차별점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여기 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461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사용자: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누가 가장 먼저 쓸 것 같은가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이 사용자에게 필요한가: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]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&amp; 사업화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번째로 시도해볼 것: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프로토타입 / 설문 / 친구 테스트 등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가설: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구독 / 광고 / 제휴 등 1~2개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계획: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어디서 시작해서 어떻게 넓혀갈 것인가 ]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조사가 부족한 부분 (솔직히 인정):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작성 — 모든 걸 아는 척하지 않기 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&amp; 클로징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이 아이디어가 성공하면 세상이 어떻게 달라지는가 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마무리 한 줄 — 돈이 아니라 어떤 가치를 위한 것인지 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본선 PPT 템플릿</dc:title>
  <dc:subject>PptxGenJS Presentation</dc:subject>
  <dc:creator>PptxGenJS</dc:creator>
  <cp:lastModifiedBy>PptxGenJS</cp:lastModifiedBy>
  <cp:revision>1</cp:revision>
  <dcterms:created xsi:type="dcterms:W3CDTF">2026-07-06T13:05:19Z</dcterms:created>
  <dcterms:modified xsi:type="dcterms:W3CDTF">2026-07-06T13:05:19Z</dcterms:modified>
</cp:coreProperties>
</file>